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000">
                <a:latin typeface="Cambria"/>
              </a:defRPr>
            </a:pPr>
            <a:r>
              <a:t>Wouldn't you like to know 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