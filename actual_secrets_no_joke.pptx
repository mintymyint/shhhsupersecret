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txBody>
          <a:bodyPr wrap="square" anchor="ctr" lIns="914400" rIns="914400" tIns="914400" bIns="914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6700">
                <a:latin typeface="Calibri"/>
              </a:defRPr>
            </a:pPr>
            <a:r>
              <a:t>Wouldn't you like to know 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